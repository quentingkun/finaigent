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财务分析智能助手（Champion）系统总结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系统实现 · Tools 体系 · AI 架构 · 运行完整性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334155"/>
                </a:solidFill>
                <a:latin typeface="Microsoft YaHei"/>
              </a:rPr>
              <a:t>汇报日期：2026-02-26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51760"/>
            <a:ext cx="1078992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Microsoft YaHei"/>
              </a:rPr>
              <a:t>目标：展示该项目从前端交互到后端智能路由、数据工具调用与报告导出的完整工程闭环。</a:t>
            </a:r>
          </a:p>
          <a:p>
            <a:r>
              <a:rPr sz="1800" b="0">
                <a:solidFill>
                  <a:srgbClr val="1E293B"/>
                </a:solidFill>
                <a:latin typeface="Microsoft YaHei"/>
              </a:rPr>
              <a:t>关键亮点：多数据源融合（AkShare/EODHD/ValueCell）+ 模式化 AI 路由 + 可视化图表与可编辑报告。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1. 项目实现范围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端到端财务研究工作台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统一对话入口：支持普通问答、数据对比、深度分析三种交互路径。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数据能力：A 股（AkShare）、美股/港股（EODHD）、深度分析（ValueCell）。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AI 能力：意图判断、公司识别、多轮记忆、证据融合、结论生成。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可视化能力：自动图表（Chart.js）+ 数据表格抽取 + 引用来源追溯。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交付能力：会话历史管理 + 导出研究报告（可勾选/编辑/打印）。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2. 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前端 / 后端 / 数据与工具 / AI 服务分层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914400"/>
          </a:xfrm>
          <a:prstGeom prst="round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React 前端
web/src/App.jsx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Go API 网关
/api/chat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2860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会话与记忆
SQLite / in-memory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286000" cy="914400"/>
          </a:xfrm>
          <a:prstGeom prst="roundRect">
            <a:avLst/>
          </a:prstGeom>
          <a:solidFill>
            <a:srgbClr val="FFEDD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GLM LLM
总结/规划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17520"/>
            <a:ext cx="256032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AkShare Bridge
A股财务/榜单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22860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EODHD
美股/港股财务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017520"/>
            <a:ext cx="22860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ValueCell
深度研究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480560"/>
            <a:ext cx="7863840" cy="1005840"/>
          </a:xfrm>
          <a:prstGeom prst="roundRect">
            <a:avLst/>
          </a:prstGeom>
          <a:solidFill>
            <a:srgbClr val="F3E8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2F49"/>
                </a:solidFill>
                <a:latin typeface="Microsoft YaHei"/>
              </a:rPr>
              <a:t>报告引擎 /api/report ：结构化问答 + 图表 + 引用 + 打印输出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103120"/>
            <a:ext cx="36576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103120"/>
            <a:ext cx="36576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86800" y="2103120"/>
            <a:ext cx="36576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474720" y="2103120"/>
            <a:ext cx="2560320" cy="13716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103120"/>
            <a:ext cx="365760" cy="13716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103120"/>
            <a:ext cx="3017520" cy="13716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474720" y="2103120"/>
            <a:ext cx="2560320" cy="288036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3. AI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模式控制 + 数据路由 + 证据汇聚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8813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模式层：`normal`（模型问答）/ `#mode:pro`（数据对比）/ `#mode:deep`（深度分析）。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路由层：先判断问题是否需要数据，再决定走 Compare / Finance / Rank / Board / Deep。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记忆层：会话摘要 + 历史证据合并，支持追问场景上下文连续性。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执行层：优先工具取数（AkShare/EODHD/ValueCell），失败时自动降级回模型。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生成层：LLM 基于“当前证据 + 历史证据”生成结论，并限制无证据扩写。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可观测层：进度状态、数据通道标识、引用链路、查询记录可回放。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4. Tools 体系与职责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工具协作驱动可核验分析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Microsoft YaHei"/>
                        </a:rPr>
                        <a:t>Tool/组件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Microsoft YaHei"/>
                        </a:rPr>
                        <a:t>触发场景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AkShare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A股财务、板块、个股排行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数据对比/榜单查询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结构化时序数据 + 来源链接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EODHD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美股/港股 fundamentals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海外公司财务问题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财务指标序列 + 官方文档引用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ValueCell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深度分析、代理执行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深度分析模式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研究结论 + 工具调用痕迹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GLM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意图判断与结论生成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所有模式总结阶段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自然语言分析 + 风险提示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Chart.js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图表渲染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检测到趋势/时间序列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折线/柱状图可视化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Report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会话转投研报告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导出报告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可编辑条目 + 打印/PDF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5. 核心调用链路（深度分析示例）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体现系统架构完整性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8813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① 用户在前端点击“深度分析”并提交问题。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② Go 后端接收请求，进入 `#mode:deep` 分支，提取目标公司与上下文记忆。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③ 调用 ValueCell bridge 执行研究流程（并自动处理 Provider 配置与重试）。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④ 汇总 ValueCell 返回证据，追加引用（查询记录、官方仓库）并落库。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⑤ GLM 对证据进行结构化总结，生成可读结论。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⑥ 前端渲染数据通道徽标、引用区、图表区，保证可核验与可追溯。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⑦ 导出报告页可二次编辑、勾选删除、打印输出，形成投研初稿。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6. 工程完整性与高级能力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稳定性、可观测性、可扩展性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稳定性：多工具失败回退（数据查询失败 -&gt; 模型回退），避免中断对话。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可观测性：聊天进度阶段（memory/route/query/summary）+ 耗时展示。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可追溯性：每次工具调用均可打开查询记录，报告中保留引用来源。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可扩展性：模式路由和桥接脚本解耦，后续可接入更多金融数据服务。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可运营性：Windows 一键启动脚本、端口分层（5173/3000/8010）部署清晰。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系统截图集（1/4）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素材来源：项目目录 /图片</a:t>
            </a:r>
          </a:p>
        </p:txBody>
      </p:sp>
      <p:pic>
        <p:nvPicPr>
          <p:cNvPr id="4" name="Picture 3" descr="Snipaste_2026-02-13_10-46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8254"/>
            <a:ext cx="5394960" cy="2738692"/>
          </a:xfrm>
          <a:prstGeom prst="rect">
            <a:avLst/>
          </a:prstGeom>
        </p:spPr>
      </p:pic>
      <p:pic>
        <p:nvPicPr>
          <p:cNvPr id="5" name="Picture 4" descr="Snipaste_2026-02-13_10-47-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1463040"/>
            <a:ext cx="5077702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Snipaste_2026-02-13_10-46-52.png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Snipaste_2026-02-13_10-47-40.png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系统截图集（2/4）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素材来源：项目目录 /图片</a:t>
            </a:r>
          </a:p>
        </p:txBody>
      </p:sp>
      <p:pic>
        <p:nvPicPr>
          <p:cNvPr id="4" name="Picture 3" descr="Snipaste_2026-02-13_10-52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49" y="1463040"/>
            <a:ext cx="5077702" cy="4389120"/>
          </a:xfrm>
          <a:prstGeom prst="rect">
            <a:avLst/>
          </a:prstGeom>
        </p:spPr>
      </p:pic>
      <p:pic>
        <p:nvPicPr>
          <p:cNvPr id="5" name="Picture 4" descr="Snipaste_2026-02-25_12-36-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11002"/>
            <a:ext cx="5394960" cy="3693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Snipaste_2026-02-13_10-52-09.png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Snipaste_2026-02-25_12-36-47.png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系统截图集（3/4）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素材来源：项目目录 /图片</a:t>
            </a:r>
          </a:p>
        </p:txBody>
      </p:sp>
      <p:pic>
        <p:nvPicPr>
          <p:cNvPr id="4" name="Picture 3" descr="Snipaste_2026-02-25_12-37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8254"/>
            <a:ext cx="5394960" cy="2738692"/>
          </a:xfrm>
          <a:prstGeom prst="rect">
            <a:avLst/>
          </a:prstGeom>
        </p:spPr>
      </p:pic>
      <p:pic>
        <p:nvPicPr>
          <p:cNvPr id="5" name="Picture 4" descr="Snipaste_2026-02-25_12-37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288254"/>
            <a:ext cx="5394960" cy="2738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Snipaste_2026-02-25_12-37-08.png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897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Snipaste_2026-02-25_12-37-17.png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系统截图集（4/4）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素材来源：项目目录 /图片</a:t>
            </a:r>
          </a:p>
        </p:txBody>
      </p:sp>
      <p:pic>
        <p:nvPicPr>
          <p:cNvPr id="4" name="Picture 3" descr="Snipaste_2026-02-25_20-08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42" y="1463040"/>
            <a:ext cx="972691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80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Snipaste_2026-02-25_20-08-26.png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20617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Microsoft YaHei"/>
              </a:rPr>
              <a:t>从可用原型升级到专业投研工作台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系统已形成“对话 -&gt; 数据工具 -&gt; AI 总结 -&gt; 图表/报告”闭环架构。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通过模式化路由将普通问答、数据对比、深度分析统一到一个交互入口。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通过引用与查询记录保证分析结果可核验，满足专业场景信任要求。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Microsoft YaHei"/>
              </a:rPr>
              <a:t>后续可增强：ResearchAgent 直连稳定性、策略因子模块、报告模板化输出。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